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52DC1-A541-58FB-B831-C78D8E5B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C3E0CB-5408-62D4-10A6-9ADD1798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D0D04-2CF9-C8C1-D1DD-F56405E7C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CD2A5-6BF0-2E46-1653-15BB2B1D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C5C79-652F-D0DA-3480-74EBBDEC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13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47694-38D4-C3C4-2CAC-336585FE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57251-D403-D117-A02F-EC84EE4C2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5827C-7D63-3A1D-1EDD-D316177A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61922-2260-87DA-B707-3600E7AA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5E819-4661-AEA6-C7F6-BB34F000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06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965FB-A31D-BD66-4B04-14394226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1D0FE1-C143-9CC3-E1F0-62AFD0573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8950C8-7F86-5C85-2E27-70B69A3F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873AB-BB5D-23BA-3A01-93C3B80B0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06C64-66C8-9498-BACF-B73D3F73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594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E50D5-E1DC-4CE5-DD86-60F74109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621AE-1ABF-1427-CFDC-B506454C5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61C5DB-5C97-1E10-3779-A5C9B27E2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F08E58-56FF-2E0D-620A-AC719C5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9502E-ED30-6032-FE27-C7FC6845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955E84-ED9C-F86E-5A57-A659AFEA6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6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B1338-7CC8-52D7-B3B4-65047F47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4F973B-E8BC-4A39-BBFC-9EC00B104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8A7C5A-8C70-28D4-B8C1-F2C294489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7E61D7-0EAE-71A6-E35F-A0623DEE1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88D17F-0251-3E22-B931-655E0511C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B428743-B4EE-5562-2DF2-A36312B1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127B5F-41FD-E9DD-8441-6E206FE0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69C879-F80E-01F9-657F-5F6058F8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41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F6C9E-A811-0E4E-474C-04D563D7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650762-5C2E-4826-76FE-0F016B1F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94457F-551D-C5CF-866A-1A4F2D53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BC12A-5966-8A3A-B056-AC3B1908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93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161524-B4EB-B278-17C9-80480C3AF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13E36-70D0-980C-B3DC-C1B2C57D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55970-4BDB-C63E-14AC-BD8FC0BFF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ACFD2-B74B-1F76-5DA4-D88BAA96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5AD51F-0966-AF40-88D4-D8FD1FAB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A865A0-3114-DC45-E5F2-A3ABF6FA8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3EEA7C-8EF4-625F-A505-49C00FE3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C23E65-6092-A8FC-5DDF-4E6183B7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5A6EC-0617-EBB4-61BF-9CE51063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91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DFA2F-2599-AF73-FAC0-6555A694B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DB3248-2AB9-E0B1-9FF6-50D98F5EE5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B03E82-7F9F-0EF1-356E-DED6289C7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F8682-5895-41F2-1403-DE367BB5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409EAD-0E06-1482-0BD8-DD25B24A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66C3CF-8047-B624-7E9E-A7F377C6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733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48B7B-8675-9070-580A-6C80A7AC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F21579-2036-DFA9-352A-8E8C1D7EA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49E69E-C572-C6A1-949A-1E3FB4B28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17A7DB-F3FB-B535-6801-5EEEED740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032C6E-878C-56B4-A89F-2E505B0B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79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B96509-EEE3-ABA0-3149-CBD9922A4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BF42D4-CC0B-42D3-2A77-FCC6FCD71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27A7F-6D66-8984-65CC-61C0A217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69867E-07D3-27CF-F712-1FA10167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B84D0-A6F0-455F-0914-0C29F003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680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0948C4-FE48-D503-D304-C1FE10F4C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C1EDE2-DF61-A96A-3463-DFB0393EB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82D2F8-35C4-1768-3402-0D5680025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41AA3-CD36-489E-9B6A-6EEE67275618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DA27E-9F9D-C164-0409-B0FFB6DEF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06717D-40E5-28D2-9AC3-81B740FF1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0CF54-B15A-40D5-AAAF-DC606D01B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93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F3D0E4B-1406-AC61-B5FE-5773EE553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85"/>
          <a:stretch>
            <a:fillRect/>
          </a:stretch>
        </p:blipFill>
        <p:spPr>
          <a:xfrm>
            <a:off x="774700" y="3549650"/>
            <a:ext cx="965200" cy="1314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B347597-4815-31D1-8337-4F98C2BDE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5" r="29468"/>
          <a:stretch>
            <a:fillRect/>
          </a:stretch>
        </p:blipFill>
        <p:spPr>
          <a:xfrm>
            <a:off x="1466850" y="3498850"/>
            <a:ext cx="889000" cy="1314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194BB3-7E45-4C9C-7684-AE28A1ED8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39"/>
          <a:stretch>
            <a:fillRect/>
          </a:stretch>
        </p:blipFill>
        <p:spPr>
          <a:xfrm>
            <a:off x="1984375" y="3498850"/>
            <a:ext cx="742950" cy="131445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C186C76-338A-CAD3-C8D6-5D93379EE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16"/>
          <a:stretch>
            <a:fillRect/>
          </a:stretch>
        </p:blipFill>
        <p:spPr>
          <a:xfrm>
            <a:off x="1860549" y="2584304"/>
            <a:ext cx="701675" cy="80024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BB02651-26AE-20DD-DAAC-BD4C254D55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4" r="29245"/>
          <a:stretch>
            <a:fillRect/>
          </a:stretch>
        </p:blipFill>
        <p:spPr>
          <a:xfrm>
            <a:off x="1263650" y="2558905"/>
            <a:ext cx="965200" cy="8002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1180951-CB09-AF59-1999-2EE88E00E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216"/>
          <a:stretch>
            <a:fillRect/>
          </a:stretch>
        </p:blipFill>
        <p:spPr>
          <a:xfrm>
            <a:off x="906462" y="2584305"/>
            <a:ext cx="701675" cy="8002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918D9F8-8D4E-6076-CAD5-6714B579A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17" r="6990"/>
          <a:stretch>
            <a:fillRect/>
          </a:stretch>
        </p:blipFill>
        <p:spPr>
          <a:xfrm>
            <a:off x="1846261" y="1133401"/>
            <a:ext cx="469901" cy="104457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B434DA6-F936-D179-9147-56D04A98FC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9" r="29027" b="16413"/>
          <a:stretch>
            <a:fillRect/>
          </a:stretch>
        </p:blipFill>
        <p:spPr>
          <a:xfrm>
            <a:off x="1263650" y="1139825"/>
            <a:ext cx="857250" cy="87312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299A6A3B-DC1D-E46E-BD9C-871609420C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9" t="82675" r="27963" b="2127"/>
          <a:stretch>
            <a:fillRect/>
          </a:stretch>
        </p:blipFill>
        <p:spPr>
          <a:xfrm>
            <a:off x="1608137" y="1655688"/>
            <a:ext cx="831850" cy="1587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72A4E50-8525-6310-B4C4-A881161103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0" t="45288" r="66413" b="26748"/>
          <a:stretch>
            <a:fillRect/>
          </a:stretch>
        </p:blipFill>
        <p:spPr>
          <a:xfrm>
            <a:off x="1370013" y="1655688"/>
            <a:ext cx="476248" cy="2921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42040D6-DEC8-D8FB-D763-069FEFDEF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37"/>
          <a:stretch>
            <a:fillRect/>
          </a:stretch>
        </p:blipFill>
        <p:spPr>
          <a:xfrm>
            <a:off x="3473449" y="1144514"/>
            <a:ext cx="588960" cy="88265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A4BD94A-93D9-2C5D-81CE-BE7CCAE76D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0" r="32283"/>
          <a:stretch>
            <a:fillRect/>
          </a:stretch>
        </p:blipFill>
        <p:spPr>
          <a:xfrm>
            <a:off x="3022598" y="1130301"/>
            <a:ext cx="736602" cy="88265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41F8DD9-C7BF-11D0-9D42-92D9F061A2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8390" r="74461"/>
          <a:stretch>
            <a:fillRect/>
          </a:stretch>
        </p:blipFill>
        <p:spPr>
          <a:xfrm>
            <a:off x="2797172" y="1586670"/>
            <a:ext cx="450851" cy="45553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6688564-132A-92A9-22EE-CBBEA6121E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519"/>
          <a:stretch>
            <a:fillRect/>
          </a:stretch>
        </p:blipFill>
        <p:spPr>
          <a:xfrm>
            <a:off x="3021168" y="2498577"/>
            <a:ext cx="766605" cy="108033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2511234-E486-8FE0-AA10-F83960FF76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3" r="32551"/>
          <a:stretch>
            <a:fillRect/>
          </a:stretch>
        </p:blipFill>
        <p:spPr>
          <a:xfrm>
            <a:off x="3581399" y="2469320"/>
            <a:ext cx="701675" cy="108033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65CB10C-90A4-9991-1BFC-2F5DE96F66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52"/>
          <a:stretch>
            <a:fillRect/>
          </a:stretch>
        </p:blipFill>
        <p:spPr>
          <a:xfrm>
            <a:off x="3975255" y="2483949"/>
            <a:ext cx="644914" cy="108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0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 인철</dc:creator>
  <cp:lastModifiedBy>조 인철</cp:lastModifiedBy>
  <cp:revision>2</cp:revision>
  <dcterms:created xsi:type="dcterms:W3CDTF">2026-10-08T00:26:02Z</dcterms:created>
  <dcterms:modified xsi:type="dcterms:W3CDTF">2026-10-08T00:35:03Z</dcterms:modified>
</cp:coreProperties>
</file>